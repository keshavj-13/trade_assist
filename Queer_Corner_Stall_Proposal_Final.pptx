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Queer Corner Initiative</a:t>
            </a:r>
          </a:p>
          <a:p>
            <a:r>
              <a:t>Impact and Perception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Aligned and scaled visual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Respondent Composition</a:t>
            </a:r>
          </a:p>
        </p:txBody>
      </p:sp>
      <p:pic>
        <p:nvPicPr>
          <p:cNvPr id="3" name="Picture 2" descr="composition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Proportion of respondents who visited versus did not visit the stall. Data reflects survey respondents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 Comfort and Safety</a:t>
            </a:r>
          </a:p>
        </p:txBody>
      </p:sp>
      <p:pic>
        <p:nvPicPr>
          <p:cNvPr id="3" name="Picture 2" descr="visitor_comfort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High comfort ratings indicate a safe and respectful interaction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Visitor Demand for Continuation</a:t>
            </a:r>
          </a:p>
        </p:txBody>
      </p:sp>
      <p:pic>
        <p:nvPicPr>
          <p:cNvPr id="3" name="Picture 2" descr="visitor_support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Visitors who engaged express strong support for repeating the stall at future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Expectations Among Non Visitors</a:t>
            </a:r>
          </a:p>
        </p:txBody>
      </p:sp>
      <p:pic>
        <p:nvPicPr>
          <p:cNvPr id="3" name="Picture 2" descr="expectations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Non visitors primarily expect conversation, community support, and awareness.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the Current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immediate objective is approval to set up a Pride stall at the next campus event.</a:t>
            </a:r>
          </a:p>
          <a:p>
            <a:r>
              <a:t>This proposal does not seek formal society recognition at this stage.</a:t>
            </a:r>
          </a:p>
          <a:p>
            <a:r>
              <a:t>The focus is on demonstrating safety, relevance, and positive student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and Volunteer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 reflections from community members indicate:</a:t>
            </a:r>
          </a:p>
          <a:p>
            <a:r>
              <a:t>• Students felt seen and respected during interactions</a:t>
            </a:r>
          </a:p>
          <a:p>
            <a:r>
              <a:t>• There is a clear need for visible, low pressure safe spaces</a:t>
            </a:r>
          </a:p>
          <a:p>
            <a:r>
              <a:t>• Even informal stalls spark meaningful dialogue and curiosity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Approving a Stall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Feedback consistently highlights that a stall:</a:t>
            </a:r>
          </a:p>
          <a:p>
            <a:r>
              <a:t>• Normalises respectful conversation</a:t>
            </a:r>
          </a:p>
          <a:p>
            <a:r>
              <a:t>• Supports student wellbeing without disruption</a:t>
            </a:r>
          </a:p>
          <a:p>
            <a:r>
              <a:t>• Serves as a minimal risk, high impact initiative for the 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
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8E3919-F5B3-4813-B993-6FA7844319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45FCAF-69E8-40B5-9E43-D51B1742BB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BA0E22-E97B-4BEF-BB06-D4F26DFAAD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6063F-9716-4D1D-8F73-BC5B9733C6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BE19E5-68F1-4947-A7A0-05B35F88BC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063623-F0E4-4184-9DAC-A005901732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2BA825-8F0D-4BA0-B5EA-3B14C5B015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995D99-B9A5-4B1C-BD71-5DA68D853E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0660F0-66D3-4C1E-A88D-F97CB3E87D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CC3CCD-3F4C-4B0B-9FD3-3B4DF082AA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53A837-73B2-4CA4-A7D8-A80CF9991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Queer Corner Initiative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Impact and Perception Report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IN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Aligned and scaled visual summary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composition_fixed.png"/>
          <p:cNvPicPr/>
          <p:nvPr/>
        </p:nvPicPr>
        <p:blipFill>
          <a:blip r:embed="rId1"/>
          <a:stretch/>
        </p:blipFill>
        <p:spPr>
          <a:xfrm>
            <a:off x="914400" y="1371600"/>
            <a:ext cx="73148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Survey Respondent Composition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914400" y="57607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Proportion of respondents who visited versus did not visit the stall. Data reflects survey respondents only.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Visitor Comfort and Safety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Picture 2" descr="visitor_comfort_fixed.png"/>
          <p:cNvPicPr/>
          <p:nvPr/>
        </p:nvPicPr>
        <p:blipFill>
          <a:blip r:embed="rId1"/>
          <a:stretch/>
        </p:blipFill>
        <p:spPr>
          <a:xfrm>
            <a:off x="914400" y="1371600"/>
            <a:ext cx="73148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3"/>
          <p:cNvSpPr/>
          <p:nvPr/>
        </p:nvSpPr>
        <p:spPr>
          <a:xfrm>
            <a:off x="914400" y="57607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 comfort ratings indicate a safe and respectful interaction space.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visitor_support_fixed.png"/>
          <p:cNvPicPr/>
          <p:nvPr/>
        </p:nvPicPr>
        <p:blipFill>
          <a:blip r:embed="rId1"/>
          <a:stretch/>
        </p:blipFill>
        <p:spPr>
          <a:xfrm>
            <a:off x="914400" y="1371600"/>
            <a:ext cx="73148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Visitor Demand for Continuation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914400" y="57607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Visitors who engaged express strong support for repeating the stall at future events.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Expectations Among Non Visitors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2" descr="expectations_fixed.png"/>
          <p:cNvPicPr/>
          <p:nvPr/>
        </p:nvPicPr>
        <p:blipFill>
          <a:blip r:embed="rId1"/>
          <a:stretch/>
        </p:blipFill>
        <p:spPr>
          <a:xfrm>
            <a:off x="914400" y="1371600"/>
            <a:ext cx="73148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3"/>
          <p:cNvSpPr/>
          <p:nvPr/>
        </p:nvSpPr>
        <p:spPr>
          <a:xfrm>
            <a:off x="914400" y="57607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Non visitors primarily expect conversation, community support, and awareness.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Scope of This Request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request is limited to approval of a stall at the next event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Student Experience Observations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Students engaged openly and respectfully during interactions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Visibility of a stall reduced hesitation and encouraged dialogue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format functioned as a calm and inclusive presence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Institutional Value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Supports student wellbeing through peer led engagement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Encourages respectful campus dialogue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Delivers impact without operational or reputational risk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LibreOffice/25.8.4.2$Linux_X86_64 LibreOffice_project/3fb8b5f27b7a0f7e9f393e6bbe21d005aa195e6a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2026-02-03T14:47:08Z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